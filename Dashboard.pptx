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5C33-6D8F-5E19-1759-24F38087D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1DACF-92A9-FDC9-92E3-683E54EE3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5D2F-CD0B-3697-8363-968F36E6B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8C3BE-0920-E6C1-1C4A-12F5FBEC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999CF-F376-4741-6930-E2B9838A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10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E7A6-20B5-E2C6-DD7C-213F51D28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C09A-94A6-6FAE-F5AB-17024CD65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F7AD4-29B5-6974-B27F-325FC83F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09B06-6D32-E150-8030-7D65D7060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45FF5-4F88-5658-D216-F6BA38ED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0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82ABD-8DCF-4F15-D445-6098CDBE4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CCDF1-C2ED-CBAF-C52D-56667E67C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DDF0F-6879-6B2A-CF99-A8ECE3CE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2FE66-6E11-0DB5-3789-BA1F3C7AD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6112E-A096-A41E-4B05-1BAEE166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7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03A00-777C-CE88-206B-FF110EC8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FDF55-8103-1441-AD56-72A0D403F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37046-3E8E-D035-1B54-6462E37F9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A863C-D138-B450-DE7B-342E9B3C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3257F-A508-4F93-A442-CBDCC809F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6C591-45E0-86AA-471B-1A18BDA1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66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6144-1053-6F7C-7679-4695041DE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21C12-24EF-4C81-E3BC-9C7D2254E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4CCAD-B624-E8E5-5001-CA13F716E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937634-7EAD-6B38-BBE3-F9B3BDB7B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763A15-57FA-F50C-47BA-C47E7C51F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2B66DB-2380-2E9F-8F24-11677B30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7910D-FA7F-2F7F-61FE-18A8FDB7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93F4A-7B6B-A3CD-0E4D-0889AAA2D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0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495B-A64F-7332-9F98-44EBDF04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75841-9AF7-6EDA-B77C-EE67C4DE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ADC26-978C-A2B4-C124-0DD8DCB5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83262-9F2D-F7A5-4908-6ECD1D48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8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9481A-EFDB-9AD7-24F0-D386474BE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EE94B4-0ED8-8390-6CBC-7F702B0A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ADFEE-BA30-9212-DA50-E2E30963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25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6144-6792-0609-8919-C56D1C4E5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1C984-259F-A8CE-621E-B0EC669BA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67A58-70EF-C88B-F6EB-B906EC939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D2BDC-8B0E-FD7E-C15F-2B65FAC5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275F5-A0A7-DEEC-A72D-7E88D54BE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8693A-5770-2AD3-04DF-249BC2E5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4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8790-2AEA-E71D-7171-1CB084C6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656DE2-D798-C577-F1A0-1B8BEDFAA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658AA-EB99-FF9B-9C1D-190C60C07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080D4-08C6-4CE6-A481-CD6491C0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39518-DD08-E9AE-B26F-22880A74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F3C30-B55C-7C79-80A3-6825B94C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83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B280-190A-FD58-C7FC-19AB6E30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587CE-8D90-100E-8E46-C165F8ECF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D1460-EE07-74B6-1823-25546E085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AC81A-5AD4-FF15-77EB-93CF3D42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33A03-92EA-215D-5639-D0A69874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7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60AF13-9D34-57A7-57BE-CEAA30B0F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A3597-2FE8-B274-CB0A-214076B6A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C0BD3-F196-17BB-B231-C8BDE63A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DFBD-DF23-A2CE-49DE-2679BAE0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87C86-DF73-382E-BB5B-25A3CC38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1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CBDA3-4409-FF52-50BB-8E550531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D1233-5325-89BB-A7E6-7A3AAB1B1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F121D-695B-BC45-3927-3B5ABBD19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8F7CF-EBAD-4F35-A8D2-3CDA473903A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D25B8-141A-F08A-A713-0AD8BBC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4A07E-12CB-0E53-0F3F-50C1C0429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1A00D-4C78-4A67-ABC4-55A63A0E2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2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BB3C5C-7182-8892-5C07-4316EADBA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9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2026-01-09T09:25:50Z</dcterms:created>
  <dcterms:modified xsi:type="dcterms:W3CDTF">2026-01-09T09:26:13Z</dcterms:modified>
</cp:coreProperties>
</file>